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1F1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1F1B"/>
                </a:solidFill>
                <a:latin typeface="Calibri"/>
              </a:rPr>
              <a:t>Estimated annual cost on $104,000 gross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Card processing (2.9% + 30¢)</c:v>
                </c:pt>
              </c:strCache>
            </c:strRef>
          </c:tx>
          <c:spPr>
            <a:solidFill>
              <a:srgbClr val="5E575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ourier Ne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Lovable</c:v>
                  </c:pt>
                  <c:pt idx="1">
                    <c:v>Shopify Basic</c:v>
                  </c:pt>
                  <c:pt idx="2">
                    <c:v>Replit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4186</c:v>
                </c:pt>
                <c:pt idx="1">
                  <c:v>4186</c:v>
                </c:pt>
                <c:pt idx="2">
                  <c:v>4186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 &amp; hosting</c:v>
                </c:pt>
              </c:strCache>
            </c:strRef>
          </c:tx>
          <c:spPr>
            <a:solidFill>
              <a:srgbClr val="DEA22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ourier Ne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Lovable</c:v>
                  </c:pt>
                  <c:pt idx="1">
                    <c:v>Shopify Basic</c:v>
                  </c:pt>
                  <c:pt idx="2">
                    <c:v>Replit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300</c:v>
                </c:pt>
                <c:pt idx="1">
                  <c:v>468</c:v>
                </c:pt>
                <c:pt idx="2">
                  <c:v>480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ourier Ne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1F1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b"/>
        <c:majorGridlines>
          <c:spPr>
            <a:ln w="6350" cap="flat">
              <a:solidFill>
                <a:srgbClr val="E7E4DF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857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57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planning deck. Pricing verified August 2026 against Replit docs, Shopify pricing guides, Lovable pricing guides, and Stripe standard US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 assumption drives the 30-cent per-transaction component: 75 orders/week. If average order value rises, per-order fees fall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Replit: Stripe integration docs (docs.replit.com, monetization/stripe-payments) - no platform fee documented; payments settle to your Stripe account. Lovable: Stripe via your own API keys + Supabase; no payment cut. Shopify: Basic online rate 2.9% + 30c; third-party gateway surcharge 2% on Basic.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Replit pricing guides Aug 2026 (Core $25/mo, Pro $100/mo, deployments $5-20+/mo); Lovable pricing (Free/Pro $25/Business $50); Shopify pricing guides 2026 (Basic $39, Grow $105, Advanced $399, Starter $5; Basic online 2.9%+30c; 3rd-party gateway 2% on Basic; ~25% annual discount); Stripe standard US 2.9%+30c.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$2,000/wk, 75 orders/wk (50x$20 + 25x$40). Processing 2.9%+30c = $80.50/wk = $4,186/yr. Software: Lovable Pro $300/yr; Shopify Basic $468/yr; Replit Core $300 + ~$15/mo deployment = $480/yr. Starter: 5% = $5,200 + $60 = $5,260/yr.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rationale: Shopify is purpose-built commerce with payments on by default. Replit's Stripe connector is one click but live mode needs KYB + live keys + publish. Lovable needs Stripe keys + Supabase + webhooks (most integration surface).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Shopify Basic online card rate 2.9%+30c with Shopify Payments; 2% surcharge with external gateways. Annual billing ~25% discount.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Replit Stripe docs: available to paid tiers; sandbox first, then Replit Integrated Payments app in live Stripe + live API keys in Publish pane. No documented Replit fee on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Lovable payments = your own Stripe keys + Supabase backend (nocode.mba tutorial pattern). Lovable takes no cut; Pro $25/mo.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Stripe &amp; Shopify ToS: 18+ account holders. Structure mirrors First Profit onboarding copy (parent account first, money 'taken by Stripe through the First Profit account', payouts released to the parent).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summary for internal planning: default recommendation Shopify for commerce speed; Replit where the build is the lesson; Lovable acceptable but most fragile for payments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99770"/>
            <a:ext cx="76078" cy="142646"/>
          </a:xfrm>
          <a:prstGeom prst="rect">
            <a:avLst/>
          </a:prstGeom>
          <a:solidFill>
            <a:srgbClr val="E5592E"/>
          </a:solidFill>
          <a:ln/>
        </p:spPr>
      </p:sp>
      <p:sp>
        <p:nvSpPr>
          <p:cNvPr id="3" name="Shape 1"/>
          <p:cNvSpPr/>
          <p:nvPr/>
        </p:nvSpPr>
        <p:spPr>
          <a:xfrm>
            <a:off x="786603" y="814182"/>
            <a:ext cx="76078" cy="228234"/>
          </a:xfrm>
          <a:prstGeom prst="rect">
            <a:avLst/>
          </a:prstGeom>
          <a:solidFill>
            <a:srgbClr val="3C7BE2"/>
          </a:solidFill>
          <a:ln/>
        </p:spPr>
      </p:sp>
      <p:sp>
        <p:nvSpPr>
          <p:cNvPr id="4" name="Shape 2"/>
          <p:cNvSpPr/>
          <p:nvPr/>
        </p:nvSpPr>
        <p:spPr>
          <a:xfrm>
            <a:off x="887407" y="728594"/>
            <a:ext cx="76078" cy="313822"/>
          </a:xfrm>
          <a:prstGeom prst="rect">
            <a:avLst/>
          </a:prstGeom>
          <a:solidFill>
            <a:srgbClr val="8B5CCC"/>
          </a:solidFill>
          <a:ln/>
        </p:spPr>
      </p:sp>
      <p:sp>
        <p:nvSpPr>
          <p:cNvPr id="5" name="Shape 3"/>
          <p:cNvSpPr/>
          <p:nvPr/>
        </p:nvSpPr>
        <p:spPr>
          <a:xfrm>
            <a:off x="988210" y="643006"/>
            <a:ext cx="76078" cy="399410"/>
          </a:xfrm>
          <a:prstGeom prst="rect">
            <a:avLst/>
          </a:prstGeom>
          <a:solidFill>
            <a:srgbClr val="33A36B"/>
          </a:solidFill>
          <a:ln/>
        </p:spPr>
      </p:sp>
      <p:sp>
        <p:nvSpPr>
          <p:cNvPr id="6" name="Shape 4"/>
          <p:cNvSpPr/>
          <p:nvPr/>
        </p:nvSpPr>
        <p:spPr>
          <a:xfrm>
            <a:off x="1089014" y="566928"/>
            <a:ext cx="76078" cy="475488"/>
          </a:xfrm>
          <a:prstGeom prst="rect">
            <a:avLst/>
          </a:prstGeom>
          <a:solidFill>
            <a:srgbClr val="F0AC19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5669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AC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PLANNING · PAYMENTS RESEARCH · AUGUST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a kid business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real money?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13232" y="43434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vs. Lovable vs. Shopify, priced against a real case: an 11-year-old founder selling custom chess pieces at </a:t>
            </a:r>
            <a:pPr indent="0" marL="0">
              <a:buNone/>
            </a:pPr>
            <a:r>
              <a:rPr lang="en-US" sz="1800" b="1" dirty="0">
                <a:solidFill>
                  <a:srgbClr val="F0A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a week</a:t>
            </a:r>
            <a:pPr indent="0" marL="0">
              <a:buNone/>
            </a:pPr>
            <a:r>
              <a:rPr lang="en-US" sz="1800" dirty="0">
                <a:solidFill>
                  <a:srgbClr val="D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gross revenue.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" y="5577840"/>
            <a:ext cx="384048" cy="384048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5677692"/>
            <a:ext cx="184343" cy="18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pawns · $20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776472" y="5577840"/>
            <a:ext cx="384048" cy="384048"/>
          </a:xfrm>
          <a:prstGeom prst="ellipse">
            <a:avLst/>
          </a:prstGeom>
          <a:solidFill>
            <a:srgbClr val="3C7BE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324" y="5677692"/>
            <a:ext cx="184343" cy="184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pawns · $40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39712" y="5577840"/>
            <a:ext cx="384048" cy="384048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64" y="5677692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$104,000 / yr run rate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11-year-old with a real P&amp;L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hand-finishes custom chess pieces and sells two products online. Demand is not the problem: he is already grossing $2,000 a week. The question is which platform should move the money, and what that choice costs.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2788920" cy="2286000"/>
          </a:xfrm>
          <a:prstGeom prst="roundRect">
            <a:avLst>
              <a:gd name="adj" fmla="val 3600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3547872"/>
            <a:ext cx="502920" cy="502920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367863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 SET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0020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 pawns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1832" y="425196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941832" y="51389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orders / wk (assumed)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49040" y="3291840"/>
            <a:ext cx="2788920" cy="2286000"/>
          </a:xfrm>
          <a:prstGeom prst="roundRect">
            <a:avLst>
              <a:gd name="adj" fmla="val 3600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05072" y="3547872"/>
            <a:ext cx="502920" cy="502920"/>
          </a:xfrm>
          <a:prstGeom prst="ellipse">
            <a:avLst/>
          </a:prstGeom>
          <a:solidFill>
            <a:srgbClr val="3C7B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831" y="3678631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C7B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SET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6344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custom pawns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005072" y="425196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4005072" y="51389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orders / wk (assumed)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15200" y="914400"/>
            <a:ext cx="41605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4DF"/>
            </a:solidFill>
            <a:prstDash val="solid"/>
          </a:ln>
          <a:effectLst>
            <a:outerShdw sx="100000" sy="100000" kx="0" ky="0" algn="bl" rotWithShape="0" blurRad="127000" dist="38100" dir="5400000">
              <a:srgbClr val="786428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589520" y="107899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5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$2,000</a:t>
            </a:r>
            <a:endParaRPr lang="en-US" sz="4400" dirty="0"/>
          </a:p>
        </p:txBody>
      </p:sp>
      <p:sp>
        <p:nvSpPr>
          <p:cNvPr id="21" name="Text 17"/>
          <p:cNvSpPr/>
          <p:nvPr/>
        </p:nvSpPr>
        <p:spPr>
          <a:xfrm>
            <a:off x="9692640" y="107899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per week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315200" y="2542032"/>
            <a:ext cx="41605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4DF"/>
            </a:solidFill>
            <a:prstDash val="solid"/>
          </a:ln>
          <a:effectLst>
            <a:outerShdw sx="100000" sy="100000" kx="0" ky="0" algn="bl" rotWithShape="0" blurRad="127000" dist="38100" dir="5400000">
              <a:srgbClr val="786428">
                <a:alpha val="14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589520" y="270662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$104K</a:t>
            </a:r>
            <a:endParaRPr lang="en-US" sz="4400" dirty="0"/>
          </a:p>
        </p:txBody>
      </p:sp>
      <p:sp>
        <p:nvSpPr>
          <p:cNvPr id="24" name="Text 20"/>
          <p:cNvSpPr/>
          <p:nvPr/>
        </p:nvSpPr>
        <p:spPr>
          <a:xfrm>
            <a:off x="9692640" y="270662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run rate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315200" y="4169664"/>
            <a:ext cx="41605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4DF"/>
            </a:solidFill>
            <a:prstDash val="solid"/>
          </a:ln>
          <a:effectLst>
            <a:outerShdw sx="100000" sy="100000" kx="0" ky="0" algn="bl" rotWithShape="0" blurRad="127000" dist="38100" dir="5400000">
              <a:srgbClr val="786428">
                <a:alpha val="14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7589520" y="433425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EA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4400" dirty="0"/>
          </a:p>
        </p:txBody>
      </p:sp>
      <p:sp>
        <p:nvSpPr>
          <p:cNvPr id="27" name="Text 23"/>
          <p:cNvSpPr/>
          <p:nvPr/>
        </p:nvSpPr>
        <p:spPr>
          <a:xfrm>
            <a:off x="9692640" y="43342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week at a 50/50 revenue mix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315200" y="58978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Order-mix assumption: revenue splits 50/50 across the two products → 50 small + 25 large orders. Per-order fees below scale with this mix.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C7B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three takes a cut of sales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642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and Lovable are app builders: payments run through a Stripe account you own, and the platforms charge only their subscription. Shopify processes payments itself (Shopify Payments, Stripe-powered) at the same headline rate.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752344"/>
            <a:ext cx="457200" cy="457200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8712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7523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23544" y="335584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prompt Agent to build the store; the Stripe connector wires checkout to a Stripe account the parent owns.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41832" y="4480560"/>
            <a:ext cx="91440" cy="91440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pays on your app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41832" y="4864608"/>
            <a:ext cx="91440" cy="91440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77316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checkout · your account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41832" y="5248656"/>
            <a:ext cx="91440" cy="91440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1572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fee 2.9% + 30¢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41832" y="5632704"/>
            <a:ext cx="91440" cy="91440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54126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 to parent's bank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23544" y="58338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cut of sales: $0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70832" y="251460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2752344"/>
            <a:ext cx="457200" cy="457200"/>
          </a:xfrm>
          <a:prstGeom prst="ellipse">
            <a:avLst/>
          </a:prstGeom>
          <a:solidFill>
            <a:srgbClr val="8B5CCC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87121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75504" y="27523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Lovable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608576" y="335584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prompt the storefront; you add your own Stripe API keys plus a Supabase backend to record orders.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26864" y="4480560"/>
            <a:ext cx="91440" cy="91440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5" name="Text 21"/>
          <p:cNvSpPr/>
          <p:nvPr/>
        </p:nvSpPr>
        <p:spPr>
          <a:xfrm>
            <a:off x="4828032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pays on your app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26864" y="4864608"/>
            <a:ext cx="91440" cy="91440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7" name="Text 23"/>
          <p:cNvSpPr/>
          <p:nvPr/>
        </p:nvSpPr>
        <p:spPr>
          <a:xfrm>
            <a:off x="4828032" y="477316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checkout · your account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26864" y="5248656"/>
            <a:ext cx="91440" cy="91440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9" name="Text 25"/>
          <p:cNvSpPr/>
          <p:nvPr/>
        </p:nvSpPr>
        <p:spPr>
          <a:xfrm>
            <a:off x="4828032" y="51572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fee 2.9% + 30¢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26864" y="5632704"/>
            <a:ext cx="91440" cy="91440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31" name="Text 27"/>
          <p:cNvSpPr/>
          <p:nvPr/>
        </p:nvSpPr>
        <p:spPr>
          <a:xfrm>
            <a:off x="4828032" y="554126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 to parent's bank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608576" y="58338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cut of sales: $0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055864" y="251460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93608" y="2752344"/>
            <a:ext cx="457200" cy="457200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871216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860536" y="27523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8293608" y="335584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store with payments built in. Shopify Payments is on by default once the account is verified.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311896" y="4480560"/>
            <a:ext cx="91440" cy="91440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39" name="Text 34"/>
          <p:cNvSpPr/>
          <p:nvPr/>
        </p:nvSpPr>
        <p:spPr>
          <a:xfrm>
            <a:off x="8513064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pays in your store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311896" y="4864608"/>
            <a:ext cx="91440" cy="91440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41" name="Text 36"/>
          <p:cNvSpPr/>
          <p:nvPr/>
        </p:nvSpPr>
        <p:spPr>
          <a:xfrm>
            <a:off x="8513064" y="477316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Shopify Payments · built in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11896" y="5248656"/>
            <a:ext cx="91440" cy="91440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43" name="Text 38"/>
          <p:cNvSpPr/>
          <p:nvPr/>
        </p:nvSpPr>
        <p:spPr>
          <a:xfrm>
            <a:off x="8513064" y="51572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fee 2.9% + 30¢ (Basic)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311896" y="5632704"/>
            <a:ext cx="91440" cy="91440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45" name="Text 40"/>
          <p:cNvSpPr/>
          <p:nvPr/>
        </p:nvSpPr>
        <p:spPr>
          <a:xfrm>
            <a:off x="8513064" y="554126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F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 to parent's bank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293608" y="58338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fee on Shopify Payments*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*Using a third-party gateway instead of Shopify Payments adds 2.0% on Basic. Shopify Starter ($5/mo) runs ~5% per sale.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 · US PRICING, AUGUST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platform charges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98648"/>
                <a:gridCol w="2898648"/>
                <a:gridCol w="28895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9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3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subscription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$25/mo ($20/mo annual). Pro $100/mo.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$25/mo (100 credits). Business $50/mo.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$39/mo (~$29/mo on annual). Starter tier $5/mo.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Stripe: 2.9% + 30¢ per online card 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Stripe: 2.9% + 30¢ per online card 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Payments: 2.9% + 30¢ online (Basic)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cut of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19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19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with Shopify Payments; +2.0% if using another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extras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Deployment/hosting ~$5–20+/mo beyond credits; domain ~$12/yr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backend (free tier → $25/mo); domain ~$12/yr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free–$300 one-time; apps optional; domain ~$15/yr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features 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Agent generates cart, orders, emails; shipping &amp; tax are DIY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you assemble checkout, order records, receipts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5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stack: inventory, shipping labels, tax, discounts, abandoned-cart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requirement everywhere: the merchant-of-record account (Stripe or Shopify) must be opened by someone 18+ — covered on slide 10.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 AT $2,000 /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are a rounding error apart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3886200" cy="1298448"/>
          </a:xfrm>
          <a:prstGeom prst="roundRect">
            <a:avLst>
              <a:gd name="adj" fmla="val 6338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~4.4%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gross goes to fees on all three main options — $86 to $90 per week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3310128"/>
            <a:ext cx="3886200" cy="1298448"/>
          </a:xfrm>
          <a:prstGeom prst="roundRect">
            <a:avLst>
              <a:gd name="adj" fmla="val 6338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34198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9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$80.50/wk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63840" y="38587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card processing alone (identical everywhere) — the platform choice moves ±$4/wk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35240" y="4791456"/>
            <a:ext cx="3886200" cy="1298448"/>
          </a:xfrm>
          <a:prstGeom prst="roundRect">
            <a:avLst>
              <a:gd name="adj" fmla="val 6338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4901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5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Starter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63840" y="53400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Shopify's $5/mo tier charges ~5% per sale: ~$5,260/yr all-in, ~$600/yr more than any option above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subscription ≠ cheap platform: the percentage rate is what compounds with revenue.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EA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 OF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can a parent-kid team go live?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22225">
            <a:solidFill>
              <a:srgbClr val="33A36B"/>
            </a:solidFill>
            <a:prstDash val="solid"/>
          </a:ln>
          <a:effectLst>
            <a:outerShdw sx="100000" sy="100000" kx="0" ky="0" algn="bl" rotWithShape="0" blurRad="152400" dist="50800" dir="5400000">
              <a:srgbClr val="1E5C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3544" y="209397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3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392424" y="2148840"/>
            <a:ext cx="475488" cy="475488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051" y="227246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45920" y="26243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AFTERNOON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" y="320040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store wizard, zero code. Add two products, pick a free theme, verify identity, and payments are already on. Shipping labels and tax handled inside.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3544" y="5148072"/>
            <a:ext cx="2980944" cy="731520"/>
          </a:xfrm>
          <a:prstGeom prst="roundRect">
            <a:avLst>
              <a:gd name="adj" fmla="val 7500"/>
            </a:avLst>
          </a:prstGeom>
          <a:solidFill>
            <a:srgbClr val="F7F6F2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519379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step: parent's identity + bank verification.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70832" y="187452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8576" y="209397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5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Shape 12"/>
          <p:cNvSpPr/>
          <p:nvPr/>
        </p:nvSpPr>
        <p:spPr>
          <a:xfrm>
            <a:off x="7077456" y="2148840"/>
            <a:ext cx="475488" cy="475488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083" y="2272467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2148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5330952" y="26243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WEEKEND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08576" y="320040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builds the storefront from a prompt and adds the Stripe connector in one step. But going live means Stripe business verification, swapping in live keys, and publishing the app.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08576" y="5148072"/>
            <a:ext cx="2980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36592" y="519379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step: Stripe KYB + moving from sandbox to live keys.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055864" y="187452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F7F6F2"/>
          </a:solidFill>
          <a:ln w="12700">
            <a:solidFill>
              <a:srgbClr val="E7E4D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93608" y="2093976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5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Shape 20"/>
          <p:cNvSpPr/>
          <p:nvPr/>
        </p:nvSpPr>
        <p:spPr>
          <a:xfrm>
            <a:off x="10762488" y="2148840"/>
            <a:ext cx="475488" cy="475488"/>
          </a:xfrm>
          <a:prstGeom prst="ellipse">
            <a:avLst/>
          </a:prstGeom>
          <a:solidFill>
            <a:srgbClr val="8B5CCC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115" y="2272467"/>
            <a:ext cx="228234" cy="22823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15984" y="2148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Lovable</a:t>
            </a:r>
            <a:endParaRPr lang="en-US" sz="2100" dirty="0"/>
          </a:p>
        </p:txBody>
      </p:sp>
      <p:sp>
        <p:nvSpPr>
          <p:cNvPr id="27" name="Text 22"/>
          <p:cNvSpPr/>
          <p:nvPr/>
        </p:nvSpPr>
        <p:spPr>
          <a:xfrm>
            <a:off x="9015984" y="26243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WEEKEND, PLUS DEBUGGING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293608" y="320040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Prompt-built storefront too, but payments need your Stripe API keys, a Supabase backend for orders, and webhook wiring. Most moving parts to break.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93608" y="5148072"/>
            <a:ext cx="2980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21624" y="519379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step: wiring Stripe + Supabase so orders record reliably.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WALKTHROUGH · SHOPIFY BASIC · $39/MO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Shopify: the store-in-a-box path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881360" y="566928"/>
            <a:ext cx="603504" cy="603504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271" y="723839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37944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527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creates the account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the parent's email; start on the trial, then pick Basic ($39/mo, ~$29 annual).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953512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527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products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names, descriptions; $20 and $40 prices; track pawn-set inventory.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069080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27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free theme &amp; brand it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free theme, drop in the chess branding, arrange the home page.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5184648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52728" y="5129784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Shopify Payments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15 min + review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submits legal name, SSN/EIN, address, and bank account. Cards work once approved.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1837944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shipping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Flat-rate or carrier-calculated; buy discounted USPS labels right inside Shopify.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2953512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391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domain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through Shopify (~$15/yr) or connect an existing one.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72200" y="4069080"/>
            <a:ext cx="420624" cy="420624"/>
          </a:xfrm>
          <a:prstGeom prst="ellipse">
            <a:avLst/>
          </a:prstGeom>
          <a:solidFill>
            <a:srgbClr val="33A36B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391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test order &amp; launch</a:t>
            </a:r>
            <a:pPr indent="0" marL="0">
              <a:buNone/>
            </a:pPr>
            <a:r>
              <a:rPr lang="en-US" sz="1000" b="1" dirty="0">
                <a:solidFill>
                  <a:srgbClr val="33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real $1 test card order end to end, refund it, then share the link.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263640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F7F6F2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626364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~2–4 focused hours. No code anywhere. The kid can run products, orders, and fulfillment from the mobile app.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WALKTHROUGH · REPLIT CORE · $25/MO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Replit: Agent builds it, Stripe moves the money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881360" y="566928"/>
            <a:ext cx="603504" cy="603504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271" y="723839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37944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527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creates a Core account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 needs a paid tier; Core is $25/mo ($20/mo annual).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953512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527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Agent to build the store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1–3 hrs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store selling 2 chess-piece sets, $20 and $40, with a cart and order emails.” Iterate on design in chat.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069080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27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Stripe connector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15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Agent to add Stripe; it scaffolds checkout, products, and webhooks against a sandbox.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5184648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52728" y="5129784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completes Stripe verification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 + review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live Stripe account: identity, business type (individual is fine), bank for payouts (KYB).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1837944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sandbox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4242-4242 test cards through both products; check order emails fire.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2953512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391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Replit's Integrated Payments app in the live Stripe account; paste live keys into the Publish pane.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72200" y="4069080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391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connect a domain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(hosting ~$5–20/mo usage) and point a custom domain at it.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72200" y="5184648"/>
            <a:ext cx="420624" cy="420624"/>
          </a:xfrm>
          <a:prstGeom prst="ellipse">
            <a:avLst/>
          </a:prstGeom>
          <a:solidFill>
            <a:srgbClr val="E5592E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39128" y="5129784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on the boring parts</a:t>
            </a:r>
            <a:pPr indent="0" marL="0">
              <a:buNone/>
            </a:pPr>
            <a:r>
              <a:rPr lang="en-US" sz="1000" b="1" dirty="0">
                <a:solidFill>
                  <a:srgbClr val="E55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ongoing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rates, sales-tax handling, and refunds are yours to configure in Stripe or code.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85800" y="6263640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F7F6F2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626364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project. More setup than Shopify, but the build itself is the lesson — closest to the First Profit pedagogy.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WALKTHROUGH · LOVABLE PRO · $25/MO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Lovable: prompt the store, wire the plumbing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881360" y="566928"/>
            <a:ext cx="603504" cy="603504"/>
          </a:xfrm>
          <a:prstGeom prst="ellipse">
            <a:avLst/>
          </a:prstGeom>
          <a:solidFill>
            <a:srgbClr val="8B5C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271" y="723839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37944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527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creates a Pro account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 for 100 credits; the free tier can't publish to a custom domain.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953512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527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storefront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1–3 hrs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two chess products and look; Lovable generates the site. Iterating burns credits.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069080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27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Supabase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integration; this backend stores products, orders, and customers.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5184648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52728" y="5129784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sets up Stripe &amp; adds keys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30 min + review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Stripe account (18+, bank, identity), then paste publishable + secret keys into Lovable.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1837944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1783080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checkout &amp; webhooks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1–2 hrs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Lovable to create the Stripe checkout session and a webhook that records paid orders in Supabase.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2953512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39128" y="2898648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Stripe test cards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$20 and a $40 order land in Supabase and trigger receipts.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72200" y="4069080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39128" y="4014216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connect a domain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 Lovable hosting; connect a ~$12/yr domain.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72200" y="5184648"/>
            <a:ext cx="420624" cy="420624"/>
          </a:xfrm>
          <a:prstGeom prst="ellipse">
            <a:avLst/>
          </a:prstGeom>
          <a:solidFill>
            <a:srgbClr val="8B5CCC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39128" y="5129784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on the boring parts</a:t>
            </a:r>
            <a:pPr indent="0" marL="0">
              <a:buNone/>
            </a:pPr>
            <a:r>
              <a:rPr lang="en-US" sz="1000" b="1" dirty="0">
                <a:solidFill>
                  <a:srgbClr val="8B5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ongoing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tax, refunds, and order-status emails all need prompting and testing.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85800" y="6263640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F7F6F2"/>
          </a:solidFill>
          <a:ln w="9525">
            <a:solidFill>
              <a:srgbClr val="E7E4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626364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1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moving parts: Lovable + Supabase + Stripe must agree. Great flexibility, weakest guardrails for a first store.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EA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FINE PRINT THAT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11-year-old can't own any of these accounts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Shopify, Replit, and Lovable all require account holders to be 18+. That is not a blocker — it is the standard structure for every kid business: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514600"/>
            <a:ext cx="512064" cy="512064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264773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96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is the merchant of record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8072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opens the Stripe or Shopify account in their name: identity, SSN, and terms of service are theirs.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3232" y="3447288"/>
            <a:ext cx="512064" cy="512064"/>
          </a:xfrm>
          <a:prstGeom prst="ellipse">
            <a:avLst/>
          </a:prstGeom>
          <a:solidFill>
            <a:srgbClr val="3C7BE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3580425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29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land in a parent-controlled bank account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7398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settles to the parent's checking account (or a joint/custodial account); the kid's cut is an allowance-style transfer.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13232" y="4379976"/>
            <a:ext cx="512064" cy="512064"/>
          </a:xfrm>
          <a:prstGeom prst="ellipse">
            <a:avLst/>
          </a:prstGeom>
          <a:solidFill>
            <a:srgbClr val="8B5CC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4513113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36168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flow through the parent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46725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$104K/yr this is real income: 1099-K forms, sales-tax collection, and income reporting sit with the parent. Get an accountant.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13232" y="5312664"/>
            <a:ext cx="512064" cy="512064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5445801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29437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 still runs the business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17320" y="56052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pricing, fulfillment, customer messages — day-to-day operation is genuinely the founder's job.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5800" y="6263640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 w="12700">
            <a:solidFill>
              <a:srgbClr val="DEA221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6868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First Profit model:  </a:t>
            </a:r>
            <a:pPr indent="0" marL="0">
              <a:buNone/>
            </a:pPr>
            <a:r>
              <a:rPr lang="en-US" sz="1200" i="1" dirty="0">
                <a:solidFill>
                  <a:srgbClr val="5E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parent sets up every account” — the parent owns the rails, the kid earns on them.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817474"/>
            <a:ext cx="61448" cy="115214"/>
          </a:xfrm>
          <a:prstGeom prst="rect">
            <a:avLst/>
          </a:prstGeom>
          <a:solidFill>
            <a:srgbClr val="E5592E"/>
          </a:solidFill>
          <a:ln/>
        </p:spPr>
      </p:sp>
      <p:sp>
        <p:nvSpPr>
          <p:cNvPr id="3" name="Shape 1"/>
          <p:cNvSpPr/>
          <p:nvPr/>
        </p:nvSpPr>
        <p:spPr>
          <a:xfrm>
            <a:off x="794650" y="748345"/>
            <a:ext cx="61448" cy="184343"/>
          </a:xfrm>
          <a:prstGeom prst="rect">
            <a:avLst/>
          </a:prstGeom>
          <a:solidFill>
            <a:srgbClr val="3C7BE2"/>
          </a:solidFill>
          <a:ln/>
        </p:spPr>
      </p:sp>
      <p:sp>
        <p:nvSpPr>
          <p:cNvPr id="4" name="Shape 2"/>
          <p:cNvSpPr/>
          <p:nvPr/>
        </p:nvSpPr>
        <p:spPr>
          <a:xfrm>
            <a:off x="876068" y="679216"/>
            <a:ext cx="61448" cy="253472"/>
          </a:xfrm>
          <a:prstGeom prst="rect">
            <a:avLst/>
          </a:prstGeom>
          <a:solidFill>
            <a:srgbClr val="8B5CCC"/>
          </a:solidFill>
          <a:ln/>
        </p:spPr>
      </p:sp>
      <p:sp>
        <p:nvSpPr>
          <p:cNvPr id="5" name="Shape 3"/>
          <p:cNvSpPr/>
          <p:nvPr/>
        </p:nvSpPr>
        <p:spPr>
          <a:xfrm>
            <a:off x="957487" y="610088"/>
            <a:ext cx="61448" cy="322600"/>
          </a:xfrm>
          <a:prstGeom prst="rect">
            <a:avLst/>
          </a:prstGeom>
          <a:solidFill>
            <a:srgbClr val="33A36B"/>
          </a:solidFill>
          <a:ln/>
        </p:spPr>
      </p:sp>
      <p:sp>
        <p:nvSpPr>
          <p:cNvPr id="6" name="Shape 4"/>
          <p:cNvSpPr/>
          <p:nvPr/>
        </p:nvSpPr>
        <p:spPr>
          <a:xfrm>
            <a:off x="1038905" y="548640"/>
            <a:ext cx="61448" cy="384048"/>
          </a:xfrm>
          <a:prstGeom prst="rect">
            <a:avLst/>
          </a:prstGeom>
          <a:solidFill>
            <a:srgbClr val="F0AC1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AC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TAKEAWAYS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First Profit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2E2A24"/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2907792"/>
            <a:ext cx="475488" cy="475488"/>
          </a:xfrm>
          <a:prstGeom prst="ellipse">
            <a:avLst/>
          </a:prstGeom>
          <a:solidFill>
            <a:srgbClr val="F0AC1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71" y="3031419"/>
            <a:ext cx="228234" cy="2282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23544" y="354787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won't decide it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23544" y="397764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land at ~4.4% of gross ($86–90/wk at $2,000/wk). Processing is identical; subscriptions differ by pennies per order. Steer families away from percentage-based tiers like Shopify Starter as revenue grows.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70832" y="265176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2E2A24"/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08576" y="2907792"/>
            <a:ext cx="475488" cy="475488"/>
          </a:xfrm>
          <a:prstGeom prst="ellipse">
            <a:avLst/>
          </a:prstGeom>
          <a:solidFill>
            <a:srgbClr val="33A3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03" y="3031419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8576" y="354787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 wins on speed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08576" y="397764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physical-product business already at volume, Shopify Basic is live in an afternoon with shipping and tax handled. It's the answer to “just make selling work.”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55864" y="265176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2E2A24"/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93608" y="2907792"/>
            <a:ext cx="475488" cy="475488"/>
          </a:xfrm>
          <a:prstGeom prst="ellipse">
            <a:avLst/>
          </a:prstGeom>
          <a:solidFill>
            <a:srgbClr val="E5592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235" y="3031419"/>
            <a:ext cx="228234" cy="2282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93608" y="354787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 fits the pedagogy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293608" y="397764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building the store is part of the curriculum, Replit is the strongest fit: one connector, kid-visible code, and the same parent-owned-Stripe structure First Profit already teaches. Lovable works but has the most breakable plumbing.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13232" y="62636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verified August 2026 · Stripe standard US pricing · model: $2,000/wk gross, 75 orders/wk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2026-08-02T10:38:50Z</dcterms:created>
  <dcterms:modified xsi:type="dcterms:W3CDTF">2026-08-02T10:38:50Z</dcterms:modified>
</cp:coreProperties>
</file>